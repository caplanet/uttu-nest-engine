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63" r:id="rId4"/>
    <p:sldId id="257" r:id="rId5"/>
    <p:sldId id="259" r:id="rId6"/>
    <p:sldId id="260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D6C2D2-72D0-161B-7AE5-DD9B07C717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42C430-710A-C9AA-D3A2-A3A54029A3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4C29DF-F8F9-067E-C687-88606E6D3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23579-D688-4003-94DC-C1A5A520C8ED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8B60B5-BD28-5879-6D72-6CD435DA0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C5AEFB-5712-049E-B9B7-CE3C734FE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13057-C930-415B-A352-632B730CD8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4285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E738FD-D4C2-561D-66A5-D97BB6732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91C6F6-E4E0-F94A-8335-E7B173824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2F169A-2490-38C8-405A-DE91FBFF4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23579-D688-4003-94DC-C1A5A520C8ED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F5804E-8028-4829-633C-37295A22D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DAA807-7930-2334-C3B8-1A5A83CBF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13057-C930-415B-A352-632B730CD8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8501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A5426B-CD04-5479-C658-88D75924B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72E118-CDA7-5A70-89AB-34B794DF8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A5974C-64E7-803C-8B0F-0CB451358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23579-D688-4003-94DC-C1A5A520C8ED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C984C2-DB8C-731B-CE88-0EDD9A6E9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F1CFA9-A395-2F5D-193A-5F1D344DB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13057-C930-415B-A352-632B730CD8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846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7E24FD-4A41-6338-924E-23B0B3957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FF3B24-D37B-FB06-2DAC-F81A4DDF1C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F6CD5D-AA9C-A52C-9BDF-F033ACE3FA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0ED05D-2AD6-DA87-105F-B13CC9CF5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23579-D688-4003-94DC-C1A5A520C8ED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A08A30-6F78-3531-873C-FAE7F3B3A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942636-92BB-1288-2A37-E28D7A347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13057-C930-415B-A352-632B730CD8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6165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374E16-7977-2E9F-8361-97D544FCC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46D593-B2C0-5922-38DC-4B3A3A5C1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1D09881-2DE0-3B73-F8E7-D811D22BB0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7AD5D74-FBBD-77C2-066E-D198BD4176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5A76D5B-6B5A-560E-BD43-E063E42881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8AC7582-5C93-082D-A75F-5C308C6F5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23579-D688-4003-94DC-C1A5A520C8ED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F985D4F-897E-0D53-483B-C241B649C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66F75C3-1A0B-0FBD-5968-F28F94B28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13057-C930-415B-A352-632B730CD8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675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83FB56-E8F5-0551-56DC-6E43A61A5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6ACE096-75D2-3AAA-9020-6385329E7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23579-D688-4003-94DC-C1A5A520C8ED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A092613-7788-CBC8-E506-7CF53F577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5BB273-2AA8-B53A-6BD3-637ACADAD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13057-C930-415B-A352-632B730CD8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678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F44B1EA-C5D9-92EB-9E9F-4650BA04C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23579-D688-4003-94DC-C1A5A520C8ED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300142-4B95-581F-D9F7-D55627CB6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00EC4D-9FB6-6085-4BC7-A08A9AE70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13057-C930-415B-A352-632B730CD8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478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95715D-080D-46FD-C8BB-00CE35D60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70369C-B8AA-7AAB-6665-8E50D3B1D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FB7AAC8-05FC-1213-0C64-76E24858EA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3D8FAB-FCC8-0E24-49BD-D45656F53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23579-D688-4003-94DC-C1A5A520C8ED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29E9F5-75DA-9D01-BEA5-BC2C585D6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205096-0F4A-375C-A38D-9DC253198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13057-C930-415B-A352-632B730CD8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9310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A1D4F3-40A7-D26B-2DC4-4AB6DA2BA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B9B1953-5EF1-8D15-ED4B-43E260F651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7617BA-8160-0889-6706-52DA81F6E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0F2F39-AB58-4CEE-A88B-0868E8765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23579-D688-4003-94DC-C1A5A520C8ED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EB0B46-4BB5-3036-4F04-FA3B0512C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FC78A8-74AF-0D2A-AB14-8E24EB84B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13057-C930-415B-A352-632B730CD8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853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661638-BF0C-17FF-A1A0-F17242536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13F0042-B9CE-996D-57E7-A40BA5D11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4A1540-8D1C-D60E-87AC-7E533CBF6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23579-D688-4003-94DC-C1A5A520C8ED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9FA03C-FC1A-8496-FF92-EE4E73FFC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B17383-AD82-49C6-471A-711C325A3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13057-C930-415B-A352-632B730CD8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2466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D0219FA-F802-9BF5-8E66-8D4094D4BC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32FD944-B661-0A93-76B8-192E9C95E6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B299B4-9131-BCEC-7F40-01400923E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23579-D688-4003-94DC-C1A5A520C8ED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91011D-3C73-6A89-CF02-5C846E9E4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86B7B1-1C45-0AD3-6297-66D1DB5F7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13057-C930-415B-A352-632B730CD8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2322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2C06A0-2A14-DE0B-6EBF-A255A398C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B93204-A420-AE3D-D6F3-B89A39A04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35C956-501B-D8F8-C386-0FF5BC3032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223579-D688-4003-94DC-C1A5A520C8ED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87786B-0920-5D58-AEE1-60499C98D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53FE87-1E10-22CA-C8C5-BA557619F3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F13057-C930-415B-A352-632B730CD8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3234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BC8162C-ACF4-9924-4D84-876D21D43D5F}"/>
              </a:ext>
            </a:extLst>
          </p:cNvPr>
          <p:cNvSpPr/>
          <p:nvPr/>
        </p:nvSpPr>
        <p:spPr>
          <a:xfrm>
            <a:off x="4066903" y="1730828"/>
            <a:ext cx="4058194" cy="133458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tx1"/>
                </a:solidFill>
              </a:rPr>
              <a:t>UTTU</a:t>
            </a:r>
            <a:r>
              <a:rPr lang="ko-KR" altLang="en-US" sz="2400" b="1" dirty="0">
                <a:solidFill>
                  <a:schemeClr val="tx1"/>
                </a:solidFill>
              </a:rPr>
              <a:t> </a:t>
            </a:r>
            <a:r>
              <a:rPr lang="en-US" altLang="ko-KR" sz="2400" b="1" dirty="0">
                <a:solidFill>
                  <a:schemeClr val="tx1"/>
                </a:solidFill>
              </a:rPr>
              <a:t>NEST</a:t>
            </a:r>
          </a:p>
          <a:p>
            <a:pPr algn="ctr"/>
            <a:r>
              <a:rPr lang="en-US" altLang="ko-KR" sz="2400" dirty="0">
                <a:solidFill>
                  <a:schemeClr val="tx1"/>
                </a:solidFill>
              </a:rPr>
              <a:t>Sparrow Sample</a:t>
            </a:r>
          </a:p>
          <a:p>
            <a:pPr algn="ctr"/>
            <a:r>
              <a:rPr lang="ko-KR" altLang="en-US" sz="2400" dirty="0">
                <a:solidFill>
                  <a:schemeClr val="tx1"/>
                </a:solidFill>
              </a:rPr>
              <a:t>사용 방법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6AF6933-1152-B25D-0361-87BDE61C283E}"/>
              </a:ext>
            </a:extLst>
          </p:cNvPr>
          <p:cNvSpPr/>
          <p:nvPr/>
        </p:nvSpPr>
        <p:spPr>
          <a:xfrm>
            <a:off x="10197737" y="6008914"/>
            <a:ext cx="1915886" cy="78812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ko-KR" altLang="en-US" sz="1000" dirty="0">
                <a:solidFill>
                  <a:schemeClr val="tx1"/>
                </a:solidFill>
              </a:rPr>
              <a:t>작성자 </a:t>
            </a:r>
            <a:r>
              <a:rPr lang="en-US" altLang="ko-KR" sz="1000" dirty="0">
                <a:solidFill>
                  <a:schemeClr val="tx1"/>
                </a:solidFill>
              </a:rPr>
              <a:t>: </a:t>
            </a:r>
            <a:r>
              <a:rPr lang="ko-KR" altLang="en-US" sz="1000" dirty="0">
                <a:solidFill>
                  <a:schemeClr val="tx1"/>
                </a:solidFill>
              </a:rPr>
              <a:t>이민우 프로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r"/>
            <a:r>
              <a:rPr lang="ko-KR" altLang="en-US" sz="1000" dirty="0">
                <a:solidFill>
                  <a:schemeClr val="tx1"/>
                </a:solidFill>
              </a:rPr>
              <a:t>작성일 </a:t>
            </a:r>
            <a:r>
              <a:rPr lang="en-US" altLang="ko-KR" sz="1000" dirty="0">
                <a:solidFill>
                  <a:schemeClr val="tx1"/>
                </a:solidFill>
              </a:rPr>
              <a:t>: 2026</a:t>
            </a:r>
            <a:r>
              <a:rPr lang="ko-KR" altLang="en-US" sz="1000" dirty="0">
                <a:solidFill>
                  <a:schemeClr val="tx1"/>
                </a:solidFill>
              </a:rPr>
              <a:t>년 </a:t>
            </a:r>
            <a:r>
              <a:rPr lang="en-US" altLang="ko-KR" sz="1000" dirty="0">
                <a:solidFill>
                  <a:schemeClr val="tx1"/>
                </a:solidFill>
              </a:rPr>
              <a:t>7</a:t>
            </a:r>
            <a:r>
              <a:rPr lang="ko-KR" altLang="en-US" sz="1000" dirty="0">
                <a:solidFill>
                  <a:schemeClr val="tx1"/>
                </a:solidFill>
              </a:rPr>
              <a:t>월 </a:t>
            </a:r>
            <a:r>
              <a:rPr lang="en-US" altLang="ko-KR" sz="1000" dirty="0">
                <a:solidFill>
                  <a:schemeClr val="tx1"/>
                </a:solidFill>
              </a:rPr>
              <a:t>7</a:t>
            </a:r>
            <a:r>
              <a:rPr lang="ko-KR" altLang="en-US" sz="1000" dirty="0">
                <a:solidFill>
                  <a:schemeClr val="tx1"/>
                </a:solidFill>
              </a:rPr>
              <a:t>일</a:t>
            </a:r>
            <a:br>
              <a:rPr lang="en-US" altLang="ko-KR" sz="1000" dirty="0">
                <a:solidFill>
                  <a:schemeClr val="tx1"/>
                </a:solidFill>
              </a:rPr>
            </a:br>
            <a:r>
              <a:rPr lang="ko-KR" altLang="en-US" sz="1000" dirty="0">
                <a:solidFill>
                  <a:schemeClr val="tx1"/>
                </a:solidFill>
              </a:rPr>
              <a:t>버전 </a:t>
            </a:r>
            <a:r>
              <a:rPr lang="en-US" altLang="ko-KR" sz="1000" dirty="0">
                <a:solidFill>
                  <a:schemeClr val="tx1"/>
                </a:solidFill>
              </a:rPr>
              <a:t>: v 0.1.0.001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6204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FF66D914-E908-D52A-44D1-0E5317728549}"/>
              </a:ext>
            </a:extLst>
          </p:cNvPr>
          <p:cNvSpPr/>
          <p:nvPr/>
        </p:nvSpPr>
        <p:spPr>
          <a:xfrm>
            <a:off x="6096000" y="3571265"/>
            <a:ext cx="2438400" cy="91294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tx1"/>
                </a:solidFill>
              </a:rPr>
              <a:t>UTTU NEST </a:t>
            </a:r>
            <a:r>
              <a:rPr lang="ko-KR" altLang="en-US" sz="1200" b="1" dirty="0">
                <a:solidFill>
                  <a:schemeClr val="tx1"/>
                </a:solidFill>
              </a:rPr>
              <a:t>를 실행하고</a:t>
            </a:r>
            <a:r>
              <a:rPr lang="en-US" altLang="ko-KR" sz="1200" b="1" dirty="0">
                <a:solidFill>
                  <a:schemeClr val="tx1"/>
                </a:solidFill>
              </a:rPr>
              <a:t>,</a:t>
            </a:r>
            <a:r>
              <a:rPr lang="ko-KR" altLang="en-US" sz="1200" b="1" dirty="0">
                <a:solidFill>
                  <a:schemeClr val="tx1"/>
                </a:solidFill>
              </a:rPr>
              <a:t> </a:t>
            </a:r>
            <a:r>
              <a:rPr lang="en-US" altLang="ko-KR" sz="1200" b="1">
                <a:solidFill>
                  <a:schemeClr val="tx1"/>
                </a:solidFill>
              </a:rPr>
              <a:t>NEST </a:t>
            </a:r>
            <a:r>
              <a:rPr lang="ko-KR" altLang="en-US" sz="1200" b="1" dirty="0">
                <a:solidFill>
                  <a:schemeClr val="tx1"/>
                </a:solidFill>
              </a:rPr>
              <a:t>의 </a:t>
            </a:r>
            <a:r>
              <a:rPr lang="en-US" altLang="ko-KR" sz="1200" b="1" dirty="0">
                <a:solidFill>
                  <a:schemeClr val="tx1"/>
                </a:solidFill>
              </a:rPr>
              <a:t>Place </a:t>
            </a:r>
            <a:r>
              <a:rPr lang="ko-KR" altLang="en-US" sz="1200" b="1" dirty="0">
                <a:solidFill>
                  <a:schemeClr val="tx1"/>
                </a:solidFill>
              </a:rPr>
              <a:t>정보를 </a:t>
            </a:r>
            <a:r>
              <a:rPr lang="en-US" altLang="ko-KR" sz="1200" b="1" dirty="0">
                <a:solidFill>
                  <a:schemeClr val="tx1"/>
                </a:solidFill>
              </a:rPr>
              <a:t>Sparrow Input Json </a:t>
            </a:r>
            <a:r>
              <a:rPr lang="ko-KR" altLang="en-US" sz="1200" b="1" dirty="0">
                <a:solidFill>
                  <a:schemeClr val="tx1"/>
                </a:solidFill>
              </a:rPr>
              <a:t>양식에 맞춰 내보내기 한다</a:t>
            </a:r>
            <a:r>
              <a:rPr lang="en-US" altLang="ko-KR" sz="1200" b="1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2B728699-9DD1-775F-5A30-9C8DD9F87EAD}"/>
              </a:ext>
            </a:extLst>
          </p:cNvPr>
          <p:cNvCxnSpPr>
            <a:cxnSpLocks/>
            <a:stCxn id="23" idx="2"/>
            <a:endCxn id="16" idx="3"/>
          </p:cNvCxnSpPr>
          <p:nvPr/>
        </p:nvCxnSpPr>
        <p:spPr>
          <a:xfrm rot="5400000">
            <a:off x="8940031" y="2677202"/>
            <a:ext cx="944905" cy="1756166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그림 21">
            <a:extLst>
              <a:ext uri="{FF2B5EF4-FFF2-40B4-BE49-F238E27FC236}">
                <a16:creationId xmlns:a16="http://schemas.microsoft.com/office/drawing/2014/main" id="{AA13286A-7B94-5894-9F15-35EC5D40E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924" y="1629155"/>
            <a:ext cx="10031225" cy="1657581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42B7B635-BC3C-A39F-2AD0-01905AC3DDB9}"/>
              </a:ext>
            </a:extLst>
          </p:cNvPr>
          <p:cNvSpPr/>
          <p:nvPr/>
        </p:nvSpPr>
        <p:spPr>
          <a:xfrm>
            <a:off x="9721542" y="2122664"/>
            <a:ext cx="1138047" cy="96016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08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94383BB-4645-0C24-C907-644C79913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8548" y="1126670"/>
            <a:ext cx="6548846" cy="460465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E758505-8D15-E649-B81F-C9576BE84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606" y="2365106"/>
            <a:ext cx="4374480" cy="2127787"/>
          </a:xfrm>
          <a:prstGeom prst="rect">
            <a:avLst/>
          </a:prstGeom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45A6ABDD-9A1D-2DEE-1CFC-55CEC5C7509A}"/>
              </a:ext>
            </a:extLst>
          </p:cNvPr>
          <p:cNvSpPr/>
          <p:nvPr/>
        </p:nvSpPr>
        <p:spPr>
          <a:xfrm>
            <a:off x="4484914" y="3317966"/>
            <a:ext cx="478972" cy="5050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D0FF1C6-3B09-4670-FD32-ECB01FF3BA15}"/>
              </a:ext>
            </a:extLst>
          </p:cNvPr>
          <p:cNvSpPr/>
          <p:nvPr/>
        </p:nvSpPr>
        <p:spPr>
          <a:xfrm>
            <a:off x="4258491" y="3978364"/>
            <a:ext cx="801189" cy="3592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실행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A410AEA-0976-FE9F-6ECB-BACEEDBFDBC0}"/>
              </a:ext>
            </a:extLst>
          </p:cNvPr>
          <p:cNvSpPr/>
          <p:nvPr/>
        </p:nvSpPr>
        <p:spPr>
          <a:xfrm>
            <a:off x="5358548" y="1567542"/>
            <a:ext cx="545863" cy="6705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F66D914-E908-D52A-44D1-0E5317728549}"/>
              </a:ext>
            </a:extLst>
          </p:cNvPr>
          <p:cNvSpPr/>
          <p:nvPr/>
        </p:nvSpPr>
        <p:spPr>
          <a:xfrm>
            <a:off x="3152504" y="252549"/>
            <a:ext cx="2029096" cy="91294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클릭하여 </a:t>
            </a:r>
            <a:r>
              <a:rPr lang="en-US" altLang="ko-KR" sz="1200" b="1" dirty="0">
                <a:solidFill>
                  <a:schemeClr val="tx1"/>
                </a:solidFill>
              </a:rPr>
              <a:t>Nest </a:t>
            </a:r>
            <a:r>
              <a:rPr lang="ko-KR" altLang="en-US" sz="1200" b="1" dirty="0">
                <a:solidFill>
                  <a:schemeClr val="tx1"/>
                </a:solidFill>
              </a:rPr>
              <a:t>로부터 내보내기 한 </a:t>
            </a:r>
            <a:r>
              <a:rPr lang="en-US" altLang="ko-KR" sz="1200" b="1" dirty="0">
                <a:solidFill>
                  <a:schemeClr val="tx1"/>
                </a:solidFill>
              </a:rPr>
              <a:t>Sparrow Input Json </a:t>
            </a:r>
            <a:r>
              <a:rPr lang="ko-KR" altLang="en-US" sz="1200" b="1" dirty="0">
                <a:solidFill>
                  <a:schemeClr val="tx1"/>
                </a:solidFill>
              </a:rPr>
              <a:t>파일을 불러온다</a:t>
            </a:r>
            <a:r>
              <a:rPr lang="en-US" altLang="ko-KR" sz="1200" b="1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2B728699-9DD1-775F-5A30-9C8DD9F87EAD}"/>
              </a:ext>
            </a:extLst>
          </p:cNvPr>
          <p:cNvCxnSpPr>
            <a:cxnSpLocks/>
            <a:stCxn id="15" idx="1"/>
            <a:endCxn id="16" idx="2"/>
          </p:cNvCxnSpPr>
          <p:nvPr/>
        </p:nvCxnSpPr>
        <p:spPr>
          <a:xfrm rot="10800000">
            <a:off x="4167052" y="1165494"/>
            <a:ext cx="1191496" cy="737328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8603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B0DB479-B136-EDA1-580C-EC2AD883E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3" y="1593327"/>
            <a:ext cx="5221464" cy="367134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2E17A04-F298-426A-98F1-6E0BB29BF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823" y="1593327"/>
            <a:ext cx="5221464" cy="3671342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3BC3C632-54AC-E33B-F429-2CF5921321B2}"/>
              </a:ext>
            </a:extLst>
          </p:cNvPr>
          <p:cNvSpPr/>
          <p:nvPr/>
        </p:nvSpPr>
        <p:spPr>
          <a:xfrm>
            <a:off x="5856514" y="2717075"/>
            <a:ext cx="478972" cy="5050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280AA08-02A6-40EC-B89E-C3FC6D918A56}"/>
              </a:ext>
            </a:extLst>
          </p:cNvPr>
          <p:cNvSpPr/>
          <p:nvPr/>
        </p:nvSpPr>
        <p:spPr>
          <a:xfrm>
            <a:off x="5538651" y="3377473"/>
            <a:ext cx="1045029" cy="3592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Run </a:t>
            </a:r>
            <a:r>
              <a:rPr lang="ko-KR" altLang="en-US" sz="1200" b="1" dirty="0">
                <a:solidFill>
                  <a:schemeClr val="tx1"/>
                </a:solidFill>
              </a:rPr>
              <a:t>클릭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5E9468-01C5-38D5-E96D-6BFF738F0588}"/>
              </a:ext>
            </a:extLst>
          </p:cNvPr>
          <p:cNvSpPr/>
          <p:nvPr/>
        </p:nvSpPr>
        <p:spPr>
          <a:xfrm>
            <a:off x="217713" y="828427"/>
            <a:ext cx="4937759" cy="7649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tx1"/>
                </a:solidFill>
              </a:rPr>
              <a:t>Sparrow Input Json </a:t>
            </a:r>
            <a:r>
              <a:rPr lang="ko-KR" altLang="en-US" sz="1200" b="1" dirty="0">
                <a:solidFill>
                  <a:schemeClr val="tx1"/>
                </a:solidFill>
              </a:rPr>
              <a:t>파일을 불러오면 해당 </a:t>
            </a:r>
            <a:r>
              <a:rPr lang="en-US" altLang="ko-KR" sz="1200" b="1" dirty="0">
                <a:solidFill>
                  <a:schemeClr val="tx1"/>
                </a:solidFill>
              </a:rPr>
              <a:t>Place </a:t>
            </a:r>
            <a:r>
              <a:rPr lang="ko-KR" altLang="en-US" sz="1200" b="1" dirty="0">
                <a:solidFill>
                  <a:schemeClr val="tx1"/>
                </a:solidFill>
              </a:rPr>
              <a:t>들이 보여진다</a:t>
            </a:r>
            <a:r>
              <a:rPr lang="en-US" altLang="ko-KR" sz="1200" b="1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6FAC9FE-F6B3-3322-0413-3DFAF047D174}"/>
              </a:ext>
            </a:extLst>
          </p:cNvPr>
          <p:cNvSpPr/>
          <p:nvPr/>
        </p:nvSpPr>
        <p:spPr>
          <a:xfrm>
            <a:off x="6752823" y="828427"/>
            <a:ext cx="4937759" cy="7649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tx1"/>
                </a:solidFill>
              </a:rPr>
              <a:t>Run</a:t>
            </a:r>
            <a:r>
              <a:rPr lang="ko-KR" altLang="en-US" sz="1200" b="1" dirty="0">
                <a:solidFill>
                  <a:schemeClr val="tx1"/>
                </a:solidFill>
              </a:rPr>
              <a:t>을 클릭하면 </a:t>
            </a:r>
            <a:r>
              <a:rPr lang="en-US" altLang="ko-KR" sz="1200" b="1" dirty="0">
                <a:solidFill>
                  <a:schemeClr val="tx1"/>
                </a:solidFill>
              </a:rPr>
              <a:t>Nesting </a:t>
            </a:r>
            <a:r>
              <a:rPr lang="ko-KR" altLang="en-US" sz="1200" b="1" dirty="0">
                <a:solidFill>
                  <a:schemeClr val="tx1"/>
                </a:solidFill>
              </a:rPr>
              <a:t>이 시작된다</a:t>
            </a:r>
            <a:r>
              <a:rPr lang="en-US" altLang="ko-KR" sz="1200" b="1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5115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D826C2D-7FFB-E192-F497-41EFDCF6F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70" y="1454263"/>
            <a:ext cx="5617030" cy="394947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B39C5CF-C37F-0F26-7059-1AA48B4CD4F8}"/>
              </a:ext>
            </a:extLst>
          </p:cNvPr>
          <p:cNvSpPr/>
          <p:nvPr/>
        </p:nvSpPr>
        <p:spPr>
          <a:xfrm>
            <a:off x="971006" y="585309"/>
            <a:ext cx="4937759" cy="72968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tx1"/>
                </a:solidFill>
              </a:rPr>
              <a:t>Nesting </a:t>
            </a:r>
            <a:r>
              <a:rPr lang="ko-KR" altLang="en-US" sz="1200" b="1" dirty="0">
                <a:solidFill>
                  <a:schemeClr val="tx1"/>
                </a:solidFill>
              </a:rPr>
              <a:t>이 완료가 </a:t>
            </a:r>
            <a:r>
              <a:rPr lang="ko-KR" altLang="en-US" sz="1200" b="1" dirty="0" err="1">
                <a:solidFill>
                  <a:schemeClr val="tx1"/>
                </a:solidFill>
              </a:rPr>
              <a:t>됬거나</a:t>
            </a:r>
            <a:r>
              <a:rPr lang="en-US" altLang="ko-KR" sz="1200" b="1" dirty="0">
                <a:solidFill>
                  <a:schemeClr val="tx1"/>
                </a:solidFill>
              </a:rPr>
              <a:t> Stop </a:t>
            </a:r>
            <a:r>
              <a:rPr lang="ko-KR" altLang="en-US" sz="1200" b="1" dirty="0">
                <a:solidFill>
                  <a:schemeClr val="tx1"/>
                </a:solidFill>
              </a:rPr>
              <a:t>버튼 클릭으로 중지를 했을 경우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br>
              <a:rPr lang="en-US" altLang="ko-KR" sz="1200" b="1" dirty="0">
                <a:solidFill>
                  <a:schemeClr val="tx1"/>
                </a:solidFill>
              </a:rPr>
            </a:br>
            <a:r>
              <a:rPr lang="ko-KR" altLang="en-US" sz="1200" b="1" dirty="0">
                <a:solidFill>
                  <a:schemeClr val="tx1"/>
                </a:solidFill>
              </a:rPr>
              <a:t>결과가 존재한다면 </a:t>
            </a:r>
            <a:r>
              <a:rPr lang="en-US" altLang="ko-KR" sz="1200" b="1" dirty="0">
                <a:solidFill>
                  <a:schemeClr val="tx1"/>
                </a:solidFill>
              </a:rPr>
              <a:t>Json, SVG </a:t>
            </a:r>
            <a:r>
              <a:rPr lang="ko-KR" altLang="en-US" sz="1200" b="1" dirty="0">
                <a:solidFill>
                  <a:schemeClr val="tx1"/>
                </a:solidFill>
              </a:rPr>
              <a:t>로 내보내기 버튼이 활성화 된다</a:t>
            </a:r>
            <a:r>
              <a:rPr lang="en-US" altLang="ko-KR" sz="1200" b="1" dirty="0">
                <a:solidFill>
                  <a:schemeClr val="tx1"/>
                </a:solidFill>
              </a:rPr>
              <a:t>.</a:t>
            </a:r>
            <a:br>
              <a:rPr lang="en-US" altLang="ko-KR" sz="1200" b="1" dirty="0">
                <a:solidFill>
                  <a:schemeClr val="tx1"/>
                </a:solidFill>
              </a:rPr>
            </a:br>
            <a:r>
              <a:rPr lang="ko-KR" altLang="en-US" sz="1200" b="1" dirty="0">
                <a:solidFill>
                  <a:schemeClr val="tx1"/>
                </a:solidFill>
              </a:rPr>
              <a:t>원하는 결과물로 내보낸다</a:t>
            </a:r>
            <a:r>
              <a:rPr lang="en-US" altLang="ko-KR" sz="12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0503115-571B-3E36-1E73-B2D60711ADAC}"/>
              </a:ext>
            </a:extLst>
          </p:cNvPr>
          <p:cNvSpPr/>
          <p:nvPr/>
        </p:nvSpPr>
        <p:spPr>
          <a:xfrm>
            <a:off x="1036320" y="1611086"/>
            <a:ext cx="792480" cy="6705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0BCA7B7-1CD6-3D1A-2989-1139097A0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7323910" y="2874457"/>
            <a:ext cx="4450080" cy="83913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DAA41E3-0771-C0FF-CC12-786101BE0494}"/>
              </a:ext>
            </a:extLst>
          </p:cNvPr>
          <p:cNvSpPr/>
          <p:nvPr/>
        </p:nvSpPr>
        <p:spPr>
          <a:xfrm>
            <a:off x="7628709" y="3787616"/>
            <a:ext cx="3910150" cy="3592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내보낸 </a:t>
            </a:r>
            <a:r>
              <a:rPr lang="en-US" altLang="ko-KR" sz="1200" b="1" dirty="0">
                <a:solidFill>
                  <a:schemeClr val="tx1"/>
                </a:solidFill>
              </a:rPr>
              <a:t>SVG </a:t>
            </a:r>
            <a:r>
              <a:rPr lang="ko-KR" altLang="en-US" sz="1200" b="1" dirty="0">
                <a:solidFill>
                  <a:schemeClr val="tx1"/>
                </a:solidFill>
              </a:rPr>
              <a:t>파일을 브라우저로 확인한 결과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CF1B1230-0633-28D4-F2CF-1183EE06D274}"/>
              </a:ext>
            </a:extLst>
          </p:cNvPr>
          <p:cNvSpPr/>
          <p:nvPr/>
        </p:nvSpPr>
        <p:spPr>
          <a:xfrm>
            <a:off x="6470469" y="3041477"/>
            <a:ext cx="478972" cy="5050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8597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B6CC526-B8FA-3384-D43A-C2AD6A330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485" y="1092925"/>
            <a:ext cx="6917315" cy="4863737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777F11EB-DE49-E023-FB2F-9D4CB8C80332}"/>
              </a:ext>
            </a:extLst>
          </p:cNvPr>
          <p:cNvSpPr/>
          <p:nvPr/>
        </p:nvSpPr>
        <p:spPr>
          <a:xfrm>
            <a:off x="4894217" y="3265714"/>
            <a:ext cx="2656115" cy="230777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A9C3053-063D-A80E-B226-309D2510E1CE}"/>
              </a:ext>
            </a:extLst>
          </p:cNvPr>
          <p:cNvSpPr/>
          <p:nvPr/>
        </p:nvSpPr>
        <p:spPr>
          <a:xfrm>
            <a:off x="901339" y="2418804"/>
            <a:ext cx="3052354" cy="22119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solidFill>
                  <a:schemeClr val="tx1"/>
                </a:solidFill>
              </a:rPr>
              <a:t>최적화 설정을 </a:t>
            </a:r>
            <a:r>
              <a:rPr lang="en-US" altLang="ko-KR" sz="1200" b="1" dirty="0" err="1">
                <a:solidFill>
                  <a:schemeClr val="tx1"/>
                </a:solidFill>
              </a:rPr>
              <a:t>CustomConfig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로 선택했을 경우 각 </a:t>
            </a:r>
            <a:r>
              <a:rPr lang="en-US" altLang="ko-KR" sz="1200" b="1" dirty="0">
                <a:solidFill>
                  <a:schemeClr val="tx1"/>
                </a:solidFill>
              </a:rPr>
              <a:t>Phase </a:t>
            </a:r>
            <a:r>
              <a:rPr lang="ko-KR" altLang="en-US" sz="1200" b="1" dirty="0">
                <a:solidFill>
                  <a:schemeClr val="tx1"/>
                </a:solidFill>
              </a:rPr>
              <a:t>별 세부 설정을 할 수 있는 화면이 나타난다</a:t>
            </a:r>
            <a:r>
              <a:rPr lang="en-US" altLang="ko-KR" sz="1200" b="1" dirty="0">
                <a:solidFill>
                  <a:schemeClr val="tx1"/>
                </a:solidFill>
              </a:rPr>
              <a:t>.</a:t>
            </a:r>
            <a:br>
              <a:rPr lang="en-US" altLang="ko-KR" sz="1200" b="1" dirty="0">
                <a:solidFill>
                  <a:schemeClr val="tx1"/>
                </a:solidFill>
              </a:rPr>
            </a:br>
            <a:br>
              <a:rPr lang="en-US" altLang="ko-KR" sz="1200" b="1" dirty="0">
                <a:solidFill>
                  <a:schemeClr val="tx1"/>
                </a:solidFill>
              </a:rPr>
            </a:br>
            <a:r>
              <a:rPr lang="ko-KR" altLang="en-US" sz="1200" b="1" dirty="0">
                <a:solidFill>
                  <a:schemeClr val="tx1"/>
                </a:solidFill>
              </a:rPr>
              <a:t>각 항목의 제목에 마우스를 가져다 올려놓으면 해당 항목의 기능을 유추할 수 있는 </a:t>
            </a:r>
            <a:r>
              <a:rPr lang="ko-KR" altLang="en-US" sz="1200" b="1" dirty="0" err="1">
                <a:solidFill>
                  <a:schemeClr val="tx1"/>
                </a:solidFill>
              </a:rPr>
              <a:t>툴팁</a:t>
            </a:r>
            <a:r>
              <a:rPr lang="ko-KR" altLang="en-US" sz="1200" b="1" dirty="0">
                <a:solidFill>
                  <a:schemeClr val="tx1"/>
                </a:solidFill>
              </a:rPr>
              <a:t> 설명이 표시된다</a:t>
            </a:r>
            <a:r>
              <a:rPr lang="en-US" altLang="ko-KR" sz="1200" b="1" dirty="0">
                <a:solidFill>
                  <a:schemeClr val="tx1"/>
                </a:solidFill>
              </a:rPr>
              <a:t>.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4548540-C60C-A353-8345-6D998C727A45}"/>
              </a:ext>
            </a:extLst>
          </p:cNvPr>
          <p:cNvCxnSpPr>
            <a:stCxn id="3" idx="1"/>
            <a:endCxn id="5" idx="3"/>
          </p:cNvCxnSpPr>
          <p:nvPr/>
        </p:nvCxnSpPr>
        <p:spPr>
          <a:xfrm flipH="1" flipV="1">
            <a:off x="3953693" y="3524793"/>
            <a:ext cx="860792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그림 13">
            <a:extLst>
              <a:ext uri="{FF2B5EF4-FFF2-40B4-BE49-F238E27FC236}">
                <a16:creationId xmlns:a16="http://schemas.microsoft.com/office/drawing/2014/main" id="{43719A18-A3AA-901F-BAA2-4D63F44D5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913" y="3637145"/>
            <a:ext cx="5525271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987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140</Words>
  <Application>Microsoft Office PowerPoint</Application>
  <PresentationFormat>와이드스크린</PresentationFormat>
  <Paragraphs>14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Minwoo Lee</dc:creator>
  <cp:lastModifiedBy>Minwoo Lee</cp:lastModifiedBy>
  <cp:revision>3</cp:revision>
  <dcterms:created xsi:type="dcterms:W3CDTF">2026-07-07T05:23:01Z</dcterms:created>
  <dcterms:modified xsi:type="dcterms:W3CDTF">2026-07-07T05:34:02Z</dcterms:modified>
</cp:coreProperties>
</file>